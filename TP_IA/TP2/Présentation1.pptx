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CC108-E349-48E3-B59B-F22E44BAEA1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F837A-821B-41E3-BDC3-DCC65F7EB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7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48A4ED-A17B-92A4-6736-8570B632C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36E58A-F917-2635-2B3C-59E5E21EE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A686F5-7EB8-D506-53AB-E81B5119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A63BC5-112F-EE3D-7C35-22963D64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28B378-8189-AF4C-10D0-CB9D093E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023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E071A8-ABB2-FD4B-473D-69797F70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440B30-81CF-CD12-192F-BFD356424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3DCA94-749C-67BC-8882-14B1A9421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67E6C5-37E0-6903-326E-D927BE61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0FDA2C-E084-447A-9525-722BFCF7D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548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55E2A-C80D-20C3-AA43-300B06DF7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FD3C0F-0839-0024-02EC-6ACBA86E2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55F559-CC67-5DF5-175C-02B856142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D03C5A-B44C-0239-0E2B-BB6B8223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EE0A0F-834B-C153-BBDC-607B79FF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76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F0765C-784D-808D-C7D5-D1A0E5646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E094B6-C646-3811-A6DA-9F56F31E66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4AFD64-8A8A-054C-41B6-109D08D0C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ECC4CD-0231-725D-0D14-BA2180A6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70DD2D-7EE4-A19E-ECC1-3305754C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497089-118B-FCB2-FB1C-C529E33A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495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DE66E-5067-F0BF-4D8C-6BD0F420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A1DED1-760E-2976-F5C4-8616A1EDE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C0CD21-2F81-5CE6-8D52-37879A99D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4C3B738-8D58-45F0-958D-46DEEDC30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1015592-18CF-ACA1-361A-5BF48D335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D6BFF97-94B2-7FB3-F8D3-FF31A0CC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D16E49D-1266-9565-677D-30079A47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10B0D7C-598B-DD03-3F11-8110C50A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302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D7DEA-40B5-DF3C-2E78-4EE5B60A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C72A13-A72C-529C-0524-4E887987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F447FE-5DA1-4D0A-A50F-16C174B7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9AB48C-B7B1-695D-2CDC-E1FC8FC3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013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1579367-6CBB-B0AE-FE0C-B80517EE8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C750505-8573-0CDD-EA5D-1B62E316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C2E21E-726F-F323-BBD8-A147E7E7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7019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254181-DFE2-C3F0-9D62-88B9A51D7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9130C3-DA2B-90E4-81B2-23BA59C1D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D9A50E-1D26-823F-D5F4-E4691D2F3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D32BE4-3D2A-5700-B0D5-8B8EC06C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9A0615-DF12-C459-BDBB-EDD5749A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F6DEB2-4E52-E8C2-5505-63D3DD244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0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C68A76-7D1F-5309-9DB1-E62C7EFF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55D965B-498E-2121-E9F4-FE72F227A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4A71A3-3ED9-7AEE-A2A2-7E0DA3B37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0016759-CBD9-546B-1F06-205C625BF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9150A0-2B5F-8DF3-3B8F-2777EF2CA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EA8441-D4FF-B26D-2668-10EB63B12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54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6A2B6-3988-2F33-C0C2-39FD94E6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BB066EF-2ED2-18CF-D45D-532ACC20B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43DF39-50F4-AF3D-DB7E-E11480570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1E1FE8-6B07-AFE9-BDBB-D2764F3E8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7F629E-D326-0956-0BAA-D360A97A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7990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51D4FF4-B840-68C8-1674-F58668FD9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C614622-9745-7D6C-D8A8-1AF0AB75C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82E59D-0595-065B-4E66-6959702F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39063D-51D6-A4C9-7BD4-B469AD6E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97D063-7B15-B904-AF18-3D00CA29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262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2015B99-0D4D-20BE-1DF9-A583674D0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0C5497-3D6C-963D-98D9-372D05165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E2EF77-3F64-57EA-4F1C-2D10B5DB0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A5AD4-CB3C-42E7-8416-CC213EBC9DC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D5A4C9-F379-A9A4-2FC2-26FA2D312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22FA03-62D7-5E5B-41B2-F1D5152B9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03122-CC25-4111-B206-7C7641C923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996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.directflightsfrom.com/lys-cdg" TargetMode="External"/><Relationship Id="rId2" Type="http://schemas.openxmlformats.org/officeDocument/2006/relationships/hyperlink" Target="https://www.worldometers.info/world-population/uk-population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F52C663-ADDB-1722-A464-2509766AB649}"/>
              </a:ext>
            </a:extLst>
          </p:cNvPr>
          <p:cNvSpPr txBox="1"/>
          <p:nvPr/>
        </p:nvSpPr>
        <p:spPr>
          <a:xfrm>
            <a:off x="2543174" y="377190"/>
            <a:ext cx="78695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u="sng" dirty="0"/>
              <a:t>Comparaison consommation énergétique requête IA vs aller simple LYS - CDG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92DFC3B-1DD0-4CC3-924D-831BEAA82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526967"/>
              </p:ext>
            </p:extLst>
          </p:nvPr>
        </p:nvGraphicFramePr>
        <p:xfrm>
          <a:off x="1973580" y="1523466"/>
          <a:ext cx="9008744" cy="27512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7749">
                  <a:extLst>
                    <a:ext uri="{9D8B030D-6E8A-4147-A177-3AD203B41FA5}">
                      <a16:colId xmlns:a16="http://schemas.microsoft.com/office/drawing/2014/main" val="3380519069"/>
                    </a:ext>
                  </a:extLst>
                </a:gridCol>
                <a:gridCol w="2628720">
                  <a:extLst>
                    <a:ext uri="{9D8B030D-6E8A-4147-A177-3AD203B41FA5}">
                      <a16:colId xmlns:a16="http://schemas.microsoft.com/office/drawing/2014/main" val="74856564"/>
                    </a:ext>
                  </a:extLst>
                </a:gridCol>
                <a:gridCol w="2217105">
                  <a:extLst>
                    <a:ext uri="{9D8B030D-6E8A-4147-A177-3AD203B41FA5}">
                      <a16:colId xmlns:a16="http://schemas.microsoft.com/office/drawing/2014/main" val="1804058148"/>
                    </a:ext>
                  </a:extLst>
                </a:gridCol>
                <a:gridCol w="2245170">
                  <a:extLst>
                    <a:ext uri="{9D8B030D-6E8A-4147-A177-3AD203B41FA5}">
                      <a16:colId xmlns:a16="http://schemas.microsoft.com/office/drawing/2014/main" val="1373316558"/>
                    </a:ext>
                  </a:extLst>
                </a:gridCol>
              </a:tblGrid>
              <a:tr h="10519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Part de la population UK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 dirty="0">
                          <a:effectLst/>
                        </a:rPr>
                        <a:t>Emission équivalente 21 requête IA (gC02eq)</a:t>
                      </a:r>
                      <a:endParaRPr lang="fr-FR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 dirty="0">
                          <a:effectLst/>
                        </a:rPr>
                        <a:t>Nb LYS-CDG équivalent pour 1 p/j</a:t>
                      </a:r>
                      <a:endParaRPr lang="fr-FR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 dirty="0">
                          <a:effectLst/>
                        </a:rPr>
                        <a:t>Nb vols LYS-CDG équivalent pour 1 p/ans</a:t>
                      </a:r>
                      <a:endParaRPr lang="fr-FR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4180587731"/>
                  </a:ext>
                </a:extLst>
              </a:tr>
              <a:tr h="56644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10%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1,59E+05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3,39E+00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1,24E+03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2058277918"/>
                  </a:ext>
                </a:extLst>
              </a:tr>
              <a:tr h="56644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30%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4,78E+05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1,02E+01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3,71E+03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393453350"/>
                  </a:ext>
                </a:extLst>
              </a:tr>
              <a:tr h="56644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50%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7,96E+05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>
                          <a:effectLst/>
                        </a:rPr>
                        <a:t>1,69E+01</a:t>
                      </a:r>
                      <a:endParaRPr lang="fr-FR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2000" dirty="0">
                          <a:effectLst/>
                        </a:rPr>
                        <a:t>6,18E+03</a:t>
                      </a:r>
                      <a:endParaRPr lang="fr-FR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3505802941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6C068900-619F-4A4A-8215-110630E2D18E}"/>
              </a:ext>
            </a:extLst>
          </p:cNvPr>
          <p:cNvSpPr txBox="1"/>
          <p:nvPr/>
        </p:nvSpPr>
        <p:spPr>
          <a:xfrm>
            <a:off x="342918" y="4812030"/>
            <a:ext cx="11506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Population UK 2026: environ 70 000 000 de personnes </a:t>
            </a:r>
            <a:r>
              <a:rPr lang="fr-FR" i="1" dirty="0">
                <a:hlinkClick r:id="rId2"/>
              </a:rPr>
              <a:t>(https://www.worldometers.info/world-population/uk-population/)</a:t>
            </a:r>
            <a:endParaRPr lang="fr-FR" i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7CE3BAC-4CCF-33FC-FE43-85CBE0438126}"/>
              </a:ext>
            </a:extLst>
          </p:cNvPr>
          <p:cNvSpPr txBox="1"/>
          <p:nvPr/>
        </p:nvSpPr>
        <p:spPr>
          <a:xfrm>
            <a:off x="342918" y="5181362"/>
            <a:ext cx="9191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Consommation gCO2éq d’une requête IA: 0,001083277 gCO2éq (Source: résultat TP1 groupe UK)</a:t>
            </a:r>
          </a:p>
          <a:p>
            <a:endParaRPr lang="fr-FR" i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EE8AEB4-1538-9CFA-79AD-0960A76A4E50}"/>
              </a:ext>
            </a:extLst>
          </p:cNvPr>
          <p:cNvSpPr txBox="1"/>
          <p:nvPr/>
        </p:nvSpPr>
        <p:spPr>
          <a:xfrm>
            <a:off x="342918" y="5550694"/>
            <a:ext cx="8180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Emission gC02éq par passager d’un vol Lyon (LYS) – Paris (CDG), 400 km : 47 kgC02éq </a:t>
            </a:r>
          </a:p>
          <a:p>
            <a:r>
              <a:rPr lang="fr-FR" i="1" dirty="0">
                <a:hlinkClick r:id="rId3"/>
              </a:rPr>
              <a:t>(https://fr.directflightsfrom.com/lys-cdg)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5149187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144</Words>
  <Application>Microsoft Office PowerPoint</Application>
  <PresentationFormat>Grand écran</PresentationFormat>
  <Paragraphs>21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MACE</dc:creator>
  <cp:lastModifiedBy>thomas MACE</cp:lastModifiedBy>
  <cp:revision>1</cp:revision>
  <dcterms:created xsi:type="dcterms:W3CDTF">2026-10-20T09:49:22Z</dcterms:created>
  <dcterms:modified xsi:type="dcterms:W3CDTF">2026-10-20T09:52:28Z</dcterms:modified>
</cp:coreProperties>
</file>